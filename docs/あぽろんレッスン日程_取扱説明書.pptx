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480560"/>
          </a:xfrm>
          <a:prstGeom prst="rect">
            <a:avLst/>
          </a:prstGeom>
          <a:solidFill>
            <a:srgbClr val="E8556F"/>
          </a:solidFill>
          <a:ln/>
        </p:spPr>
      </p:sp>
      <p:sp>
        <p:nvSpPr>
          <p:cNvPr id="3" name="Shape 1"/>
          <p:cNvSpPr/>
          <p:nvPr/>
        </p:nvSpPr>
        <p:spPr>
          <a:xfrm rot="1440000">
            <a:off x="5669280" y="-1371600"/>
            <a:ext cx="10972800" cy="8229600"/>
          </a:xfrm>
          <a:prstGeom prst="rect">
            <a:avLst/>
          </a:prstGeom>
          <a:solidFill>
            <a:srgbClr val="ED7E45">
              <a:alpha val="9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 rot="1440000">
            <a:off x="8778240" y="-1371600"/>
            <a:ext cx="9144000" cy="8229600"/>
          </a:xfrm>
          <a:prstGeom prst="rect">
            <a:avLst/>
          </a:prstGeom>
          <a:solidFill>
            <a:srgbClr val="F2A71B">
              <a:alpha val="6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>
                    <a:alpha val="70000"/>
                  </a:srgbClr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♪ ♫ ♬</a:t>
            </a:r>
            <a:endParaRPr lang="en-US" sz="2000" dirty="0"/>
          </a:p>
        </p:txBody>
      </p:sp>
      <p:pic>
        <p:nvPicPr>
          <p:cNvPr id="6" name="Image 0" descr="C:\Users\k\AppData\Local\Temp\claude\C--Users-k-Projects-Apollon-Music-School\e9c380cf-53a7-45f0-bf5f-388b936ce177\scratchpad\pptx\assets\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371600"/>
            <a:ext cx="1371600" cy="1371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377440" y="12344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あぽろん レッスン日程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2423160" y="19659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生徒さん・先生のための、非公式レッスン日確認アプリ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395728" y="2514600"/>
            <a:ext cx="5577840" cy="502920"/>
          </a:xfrm>
          <a:prstGeom prst="roundRect">
            <a:avLst>
              <a:gd name="adj" fmla="val 50909"/>
            </a:avLst>
          </a:prstGeom>
          <a:solidFill>
            <a:srgbClr val="221B2E">
              <a:alpha val="85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2606040" y="25146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https://katsumi9152.github.io/apollon-music-school/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195560" y="411480"/>
            <a:ext cx="1417320" cy="169164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</p:spPr>
      </p:sp>
      <p:pic>
        <p:nvPicPr>
          <p:cNvPr id="12" name="Image 1" descr="C:\Users\k\AppData\Local\Temp\claude\C--Users-k-Projects-Apollon-Music-School\e9c380cf-53a7-45f0-bf5f-388b936ce177\scratchpad\pptx\assets\qr-co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4432" y="502920"/>
            <a:ext cx="1179576" cy="117957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195560" y="17190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スマホで読み取り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777240" y="4892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取扱説明書 &amp; ご紹介資料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795528" y="54406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 → 曜日 → 先生 を選ぶだけ。「今日レッスンだっけ?」をなくすアプリです。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95528" y="6263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8C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2026年8月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56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はじめに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このアプリが読み込んでいるデータ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E8556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7040880" cy="361188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何を読み込んでいるか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2450592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各教室のレッスン日程は、あぽろんミュージックスクール公式サイトに掲載されている Google スプレッドシート(公開されている表)から、アプリがインターネット経由で最新情報を取得します。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アプリ自身は専用サーバーを持たず、公式スプレッドシートから最新情報を取得して表示します。通信できない場合は、端末に残っている直近の取得内容を表示します。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画面に表示するのは「教室・曜日・担当の先生・レッスンの日付・教科(楽器)」。レッスンの時間帯はスプレッドシートに無いため扱いません。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818120" y="1783080"/>
            <a:ext cx="3794760" cy="3611880"/>
          </a:xfrm>
          <a:prstGeom prst="roundRect">
            <a:avLst>
              <a:gd name="adj" fmla="val 303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092440" y="2011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端末に残るもの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092440" y="2450592"/>
            <a:ext cx="32918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前回選んだ「教室・曜日・先生」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1600"/>
              </a:spcAft>
              <a:buSzPct val="100000"/>
              <a:buChar char="●"/>
            </a:pPr>
            <a:r>
              <a:rPr lang="en-US" sz="12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直近に取得したスケジュールの控え(オフラインでもすぐ表示するため)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092440" y="3794760"/>
            <a:ext cx="3246120" cy="0"/>
          </a:xfrm>
          <a:prstGeom prst="line">
            <a:avLst/>
          </a:prstGeom>
          <a:noFill/>
          <a:ln w="12700">
            <a:solidFill>
              <a:srgbClr val="3D31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92440" y="3950208"/>
            <a:ext cx="3291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これらは操作した本人の端末の中だけに残り、他の人と共有されることはありません。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66928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生徒の氏名・連絡先・出欠などの個人情報は、このアプリでは一切扱いません。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動作条件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最新情報を取得するための条件 / 取得できなくなる条件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EAF6F4"/>
          </a:solidFill>
          <a:ln w="12700">
            <a:solidFill>
              <a:srgbClr val="BFE3DC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✓  正常に最新情報を取得するための条件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9377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最新のレッスン日程を取得するためには、インターネットに接続されていること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スプレッドシート側が「リンクを知っている人は閲覧可」の公開設定のままであること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スプレッドシートの列の並び(曜日・講師・月・教科)が今のフォーマットのまま保たれていること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ブラウザ(Safari / Chrome など)で JavaScript が有効なこと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783080"/>
            <a:ext cx="5440680" cy="3611880"/>
          </a:xfrm>
          <a:prstGeom prst="roundRect">
            <a:avLst>
              <a:gd name="adj" fmla="val 3038"/>
            </a:avLst>
          </a:prstGeom>
          <a:solidFill>
            <a:srgbClr val="FBEAEA"/>
          </a:solidFill>
          <a:ln w="12700">
            <a:solidFill>
              <a:srgbClr val="F0C6C6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73952" y="20116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⚠  最新情報を取得できなくなる主な条件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473952" y="2468880"/>
            <a:ext cx="493776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スプレッドシートの公開設定が「非公開」に変更された場合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スプレッドシートの列の並び・見出しの文言が変更された場合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電波の悪い場所など、通信ができない場合(この場合は前回見た内容を表示して案内するため、完全には止まりません)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 側のサービス仕様が変わった場合(可能性は低いものの、ゼロではありません)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現在の環境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どのような環境で動いているか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F2A7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95528" y="201168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8" name="Text 6"/>
          <p:cNvSpPr/>
          <p:nvPr/>
        </p:nvSpPr>
        <p:spPr>
          <a:xfrm>
            <a:off x="1069848" y="19476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配布方法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069848" y="2286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サーバー不要の Web サイトとして公開。URL を開くだけで使え、インストール作業は不要です。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08776" y="1783080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37376" y="2011680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12" name="Text 10"/>
          <p:cNvSpPr/>
          <p:nvPr/>
        </p:nvSpPr>
        <p:spPr>
          <a:xfrm>
            <a:off x="6711696" y="194767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ホーム画面への追加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711696" y="228600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スマホの「ホーム画面に追加」に対応。追加するとアプリのように1タップで開けます(PWA)。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3401568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3630168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16" name="Text 14"/>
          <p:cNvSpPr/>
          <p:nvPr/>
        </p:nvSpPr>
        <p:spPr>
          <a:xfrm>
            <a:off x="1069848" y="3566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対応ブラウザ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69848" y="390448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Safari・Chrome・Edge など主要なモダンブラウザ。JavaScript を無効にしている場合は動作しません。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08776" y="3401568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37376" y="3630168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20" name="Text 18"/>
          <p:cNvSpPr/>
          <p:nvPr/>
        </p:nvSpPr>
        <p:spPr>
          <a:xfrm>
            <a:off x="6711696" y="356616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データの取得元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11696" y="3904488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あぽろんミュージックスクール公式サイトに掲載の Google スプレッドシート(現在7教室分)。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66928" y="5020056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95528" y="5248656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24" name="Text 22"/>
          <p:cNvSpPr/>
          <p:nvPr/>
        </p:nvSpPr>
        <p:spPr>
          <a:xfrm>
            <a:off x="1069848" y="518464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維持コスト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069848" y="5522976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専用サーバー等の費用は発生しておらず、現時点では運用・維持費はかかっていません。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08776" y="5020056"/>
            <a:ext cx="54406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37376" y="5248656"/>
            <a:ext cx="128016" cy="960120"/>
          </a:xfrm>
          <a:prstGeom prst="roundRect">
            <a:avLst>
              <a:gd name="adj" fmla="val 50000"/>
            </a:avLst>
          </a:prstGeom>
          <a:solidFill>
            <a:srgbClr val="F2A71B"/>
          </a:solidFill>
          <a:ln/>
        </p:spPr>
      </p:sp>
      <p:sp>
        <p:nvSpPr>
          <p:cNvPr id="28" name="Text 26"/>
          <p:cNvSpPr/>
          <p:nvPr/>
        </p:nvSpPr>
        <p:spPr>
          <a:xfrm>
            <a:off x="6711696" y="5184648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表示デザイン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6711696" y="5522976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スマートフォンでの利用を最優先にしたデザイン。PC でも問題なく表示できます。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D7E45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D7E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制限事項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できないこと・注意していただきたいこと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ED7E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10680192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148840"/>
            <a:ext cx="10058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レッスンの「時間帯」は表示されません(元のスプレッドシートに時間の情報が無いため)。時間の確認は教室に直接お問い合わせください。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オフライン時は最新情報を取得できず、前回見た内容のみを表示します。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スプレッドシートの内容をそのまま表示する仕組みのため、スプレッドシート側の入力ミス・誤記にはアプリ側では気づけません。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複数教室をまとめて表示したり、生徒名などで検索したりする機能はありません(1教室ずつ選んで確認する仕様です)。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ログインやアカウントの概念はありません。誰でも同じ情報を閲覧できます(公開されているスケジュール表と同じ扱いです)。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非公式のお手伝いツールという位置づけです。正式な情報は必ず公式サイト・教室にご確認ください。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A71B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よくある質問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Q&amp;A — 見せたときに聞かれそうなこと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F2A71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86384" y="1929384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86384" y="2267712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これは公式アプリですか?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6384" y="2734056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86384" y="2825496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いいえ、非公式です。あぽろんミュージックスクールの公式アプリ・公式サービスではなく、独自に作成したお手伝いツールです。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77233" y="1783080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6689" y="1929384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4" name="Text 12"/>
          <p:cNvSpPr/>
          <p:nvPr/>
        </p:nvSpPr>
        <p:spPr>
          <a:xfrm>
            <a:off x="4596689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96689" y="2267712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利用に料金はかかりますか?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96689" y="2734056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6689" y="2825496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無料です。会員登録もアプリのダウンロードも不要で、URL を開くだけで使えます。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87538" y="1783080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6994" y="1929384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20" name="Text 18"/>
          <p:cNvSpPr/>
          <p:nvPr/>
        </p:nvSpPr>
        <p:spPr>
          <a:xfrm>
            <a:off x="8406994" y="19293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06994" y="2267712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生徒の個人情報は大丈夫ですか?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406994" y="2734056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06994" y="2825496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氏名・連絡先・出欠などの個人情報は一切扱いません。表示されるのは、もともと公開されているスケジュール表の内容だけです。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123944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86384" y="4270248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26" name="Text 24"/>
          <p:cNvSpPr/>
          <p:nvPr/>
        </p:nvSpPr>
        <p:spPr>
          <a:xfrm>
            <a:off x="786384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86384" y="4608576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表示されている日程が間違っていたら?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86384" y="5074920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86384" y="5166360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アプリは公式スプレッドシートの内容をそのまま表示しているだけです。内容が違う場合は、スプレッドシート(教室側)の情報を修正いただければ、アプリ側にも自動的に反映されます。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77233" y="4123944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96689" y="4270248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32" name="Text 30"/>
          <p:cNvSpPr/>
          <p:nvPr/>
        </p:nvSpPr>
        <p:spPr>
          <a:xfrm>
            <a:off x="4596689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96689" y="4608576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スマホを持っていない生徒はどうすれば?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96689" y="5074920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96689" y="5166360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従来どおり公式サイト(スプレッドシート)でご確認いただけます。公式の情報提供方法を置き換えるものではなく、見やすくするための追加の手段です。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187538" y="4123944"/>
            <a:ext cx="3609137" cy="2139696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06994" y="4270248"/>
            <a:ext cx="292608" cy="292608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38" name="Text 36"/>
          <p:cNvSpPr/>
          <p:nvPr/>
        </p:nvSpPr>
        <p:spPr>
          <a:xfrm>
            <a:off x="8406994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06994" y="4608576"/>
            <a:ext cx="317022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急に使えなくなることは?誰が管理?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8406994" y="5074920"/>
            <a:ext cx="3170225" cy="0"/>
          </a:xfrm>
          <a:prstGeom prst="line">
            <a:avLst/>
          </a:prstGeom>
          <a:noFill/>
          <a:ln w="12700">
            <a:solidFill>
              <a:srgbClr val="F0DFC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06994" y="5166360"/>
            <a:ext cx="3170225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あります(設定変更や Google 側の仕様変更など)。個人運営のため、対応に時間がかかる場合がある点はご了承ください。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502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仕組みについて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構造上の特徴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94360" y="135331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8CB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作りがシンプルなため、次のような特徴があります。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9933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🔗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95528" y="2542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スプレッドシートと連動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2926080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教室がスプレッドシートを更新すると、アプリの表示もそのまま最新の内容になります。二重入力は発生しません。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25112" y="1828800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E855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19933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👀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4526280" y="2542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読み取り専用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26280" y="2926080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アプリ側からスプレッドシートを変更することはありません。元データを書き換える処理は存在しません。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055864" y="1828800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F2A7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1993392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🖥️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57032" y="2542032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サーバーを持たない構成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57032" y="2926080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専用のサーバーやデータベースを使わない設計です。現時点では、専用サーバー等に関する運用費は発生していません。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" y="4133088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ED7E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297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🔒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95528" y="4846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D7E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生徒・利用者の個人情報を</a:t>
            </a:r>
            <a:endParaRPr lang="en-US" sz="13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D7E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収集しない設計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5528" y="5431536"/>
            <a:ext cx="310896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生徒の氏名・連絡先・出欠情報や、利用者自身の個人情報を収集・保存・送信する仕組みは実装されていません。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25112" y="4133088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2A9D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26280" y="4297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📄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4526280" y="4846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仕様書がある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26280" y="5230368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処理内容を仕様書としてまとめてあります。特定の一人に依存せず、担当を引き継ぐことができます。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055864" y="4133088"/>
            <a:ext cx="3511296" cy="2084832"/>
          </a:xfrm>
          <a:prstGeom prst="roundRect">
            <a:avLst>
              <a:gd name="adj" fmla="val 5263"/>
            </a:avLst>
          </a:prstGeom>
          <a:solidFill>
            <a:srgbClr val="2E2440"/>
          </a:solidFill>
          <a:ln w="15875">
            <a:solidFill>
              <a:srgbClr val="E855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42976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8257032" y="4846320"/>
            <a:ext cx="310896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b="1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インストール不要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8257032" y="5230368"/>
            <a:ext cx="3108960" cy="8503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アプリストアは使いません。URL を開く、または「ホーム画面に追加」で使えます。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E8556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640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アプリのご紹介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10515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「今日レッスンだっけ?」を、なくしたい。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94360" y="196596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CB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生徒さんも先生も、スケジュール表を開いて自分の行を目で探す必要はありません。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8CB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教室・曜日・先生を選ぶだけで、次のレッスン日がひと目でわかります。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94360" y="338328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2E2440"/>
          </a:solidFill>
          <a:ln w="19050">
            <a:solidFill>
              <a:srgbClr val="E8556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566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教室を選ぶ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050792" y="37033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4297680" y="338328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2E2440"/>
          </a:solidFill>
          <a:ln w="19050">
            <a:solidFill>
              <a:srgbClr val="ED7E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3566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D7E4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②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452628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曜日を選ぶ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54112" y="3703320"/>
            <a:ext cx="320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01000" y="3383280"/>
            <a:ext cx="3429000" cy="1600200"/>
          </a:xfrm>
          <a:prstGeom prst="roundRect">
            <a:avLst>
              <a:gd name="adj" fmla="val 8000"/>
            </a:avLst>
          </a:prstGeom>
          <a:solidFill>
            <a:srgbClr val="2E2440"/>
          </a:solidFill>
          <a:ln w="19050">
            <a:solidFill>
              <a:srgbClr val="2A9D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0" y="356616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③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8229600" y="43434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先生を選ぶ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94360" y="5257800"/>
            <a:ext cx="11018520" cy="1097280"/>
          </a:xfrm>
          <a:prstGeom prst="roundRect">
            <a:avLst>
              <a:gd name="adj" fmla="val 11667"/>
            </a:avLst>
          </a:prstGeom>
          <a:solidFill>
            <a:srgbClr val="E8556F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525780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すると…「8月24日(明後日)」「今日♪」のように、次のレッスン日がひと目でわかる結果画面が出てきます。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56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556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選ぶだけで、レッスン日が表示されます</a:t>
            </a:r>
            <a:endParaRPr lang="en-US" sz="2600" dirty="0"/>
          </a:p>
        </p:txBody>
      </p:sp>
      <p:pic>
        <p:nvPicPr>
          <p:cNvPr id="5" name="Image 0" descr="C:\Users\k\AppData\Local\Temp\claude\C--Users-k-Projects-Apollon-Music-School\e9c380cf-53a7-45f0-bf5f-388b936ce177\scratchpad\pptx\assets\shot-light-nagaoka-toda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600200"/>
            <a:ext cx="32461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600200"/>
            <a:ext cx="3246120" cy="4343400"/>
          </a:xfrm>
          <a:prstGeom prst="roundRect">
            <a:avLst>
              <a:gd name="adj" fmla="val 1690"/>
            </a:avLst>
          </a:prstGeom>
          <a:ln w="19050">
            <a:solidFill>
              <a:srgbClr val="F0DFC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34840" y="1929384"/>
            <a:ext cx="164592" cy="164592"/>
          </a:xfrm>
          <a:prstGeom prst="ellipse">
            <a:avLst/>
          </a:prstGeom>
          <a:solidFill>
            <a:srgbClr val="E8556F"/>
          </a:solidFill>
          <a:ln/>
        </p:spPr>
      </p:sp>
      <p:sp>
        <p:nvSpPr>
          <p:cNvPr id="8" name="Text 5"/>
          <p:cNvSpPr/>
          <p:nvPr/>
        </p:nvSpPr>
        <p:spPr>
          <a:xfrm>
            <a:off x="4754880" y="187452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長岡店 / 土曜日 / 延澤先生 で検索した例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434840" y="2980944"/>
            <a:ext cx="164592" cy="164592"/>
          </a:xfrm>
          <a:prstGeom prst="ellipse">
            <a:avLst/>
          </a:prstGeom>
          <a:solidFill>
            <a:srgbClr val="ED7E45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0" y="292608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ちょうど今日がレッスン日だったので、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「今日♪」の目印が付いています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34840" y="4032504"/>
            <a:ext cx="164592" cy="164592"/>
          </a:xfrm>
          <a:prstGeom prst="ellipse">
            <a:avLst/>
          </a:prstGeom>
          <a:solidFill>
            <a:srgbClr val="2A9D8F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0" y="397764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終わったレッスン日は薄く表示され、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見分けがつきやすくなっています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4434840" y="5084064"/>
            <a:ext cx="164592" cy="164592"/>
          </a:xfrm>
          <a:prstGeom prst="ellipse">
            <a:avLst/>
          </a:prstGeom>
          <a:solidFill>
            <a:srgbClr val="F2A71B"/>
          </a:solidFill>
          <a:ln/>
        </p:spPr>
      </p:sp>
      <p:sp>
        <p:nvSpPr>
          <p:cNvPr id="14" name="Text 11"/>
          <p:cNvSpPr/>
          <p:nvPr/>
        </p:nvSpPr>
        <p:spPr>
          <a:xfrm>
            <a:off x="4754880" y="5029200"/>
            <a:ext cx="6583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ページ下部から公式サイトの該当ページにも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ワンタップで移動できます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画面イメージ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使いやすさのための、細かい工夫</a:t>
            </a:r>
            <a:endParaRPr lang="en-US" sz="2600" dirty="0"/>
          </a:p>
        </p:txBody>
      </p:sp>
      <p:pic>
        <p:nvPicPr>
          <p:cNvPr id="5" name="Image 0" descr="C:\Users\k\AppData\Local\Temp\claude\C--Users-k-Projects-Apollon-Music-School\e9c380cf-53a7-45f0-bf5f-388b936ce177\scratchpad\pptx\assets\shot-dark-nagaoka-toda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92440" y="1554480"/>
            <a:ext cx="3383280" cy="4434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092440" y="1554480"/>
            <a:ext cx="3383280" cy="4434840"/>
          </a:xfrm>
          <a:prstGeom prst="roundRect">
            <a:avLst>
              <a:gd name="adj" fmla="val 1622"/>
            </a:avLst>
          </a:prstGeom>
          <a:ln w="19050">
            <a:solidFill>
              <a:srgbClr val="3D315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92440" y="60350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A9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長岡店 / 土曜日 / 延澤先生 で検索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A99BB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(ちょうど「今日♪」バッジが出た瞬間の実例です)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94360" y="160020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1655064"/>
            <a:ext cx="685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🌗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508760" y="16733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 / ダーク表示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1508760" y="19751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画面右下のボタンで切り替え可能。夜でも見やすい表示に対応しています。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" y="251460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2569464"/>
            <a:ext cx="685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💾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1508760" y="25877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前回の選択を記憶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1508760" y="28895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一度選ぶと、次に開いたときも同じ教室・曜日・先生が自動で表示されます。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94360" y="342900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77240" y="3483864"/>
            <a:ext cx="685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🏠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1508760" y="35021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ホーム画面に追加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1508760" y="38039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スマホの「ホーム画面に追加」で、アプリのように1タップで開けます。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594360" y="434340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77240" y="4398264"/>
            <a:ext cx="685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⚡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1508760" y="44165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オフラインでも一旦表示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1508760" y="47183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前回取得した内容をすぐ表示しつつ、裏で最新情報を確認します。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94360" y="5257800"/>
            <a:ext cx="7040880" cy="777240"/>
          </a:xfrm>
          <a:prstGeom prst="roundRect">
            <a:avLst>
              <a:gd name="adj" fmla="val 1411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" y="5312664"/>
            <a:ext cx="685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1508760" y="5330952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紹介QRボタン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1508760" y="5632704"/>
            <a:ext cx="59893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9BBC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フッターの「紹介QR」ボタンを押すと、その場でQRコードを表示。友だちにスマホで読み取ってもらうだけで共有できます。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A9D8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はじめかた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URL を開いて、ホーム画面に追加しよう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94360" y="1536192"/>
            <a:ext cx="2011680" cy="0"/>
          </a:xfrm>
          <a:prstGeom prst="line">
            <a:avLst/>
          </a:prstGeom>
          <a:noFill/>
          <a:ln w="38100">
            <a:solidFill>
              <a:srgbClr val="2A9D8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783080"/>
            <a:ext cx="4160520" cy="3611880"/>
          </a:xfrm>
          <a:prstGeom prst="roundRect">
            <a:avLst>
              <a:gd name="adj" fmla="val 3038"/>
            </a:avLst>
          </a:prstGeom>
          <a:solidFill>
            <a:srgbClr val="2E2440"/>
          </a:solidFill>
          <a:ln w="12700">
            <a:solidFill>
              <a:srgbClr val="3D3153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68680" y="20116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A7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アプリの URL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37744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</p:spPr>
      </p:sp>
      <p:pic>
        <p:nvPicPr>
          <p:cNvPr id="9" name="Image 0" descr="C:\Users\k\AppData\Local\Temp\claude\C--Users-k-Projects-Apollon-Music-School\e9c380cf-53a7-45f0-bf5f-388b936ce177\scratchpad\pptx\assets\qr-co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64792" y="2542032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4645152"/>
            <a:ext cx="36118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https://katsumi9152.github.io/apollon-music-school/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892040" y="178308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193792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iPhone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193792" y="2514600"/>
            <a:ext cx="2697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Safari でアプリの URL を開く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画面下の「共有」ボタン(□に↑)をタップ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「ホーム画面に追加」を選ぶ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右上の「追加」をタップして完了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375904" y="1783080"/>
            <a:ext cx="3291840" cy="3611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0DFC8"/>
            </a:solidFill>
            <a:prstDash val="solid"/>
          </a:ln>
          <a:effectLst>
            <a:outerShdw sx="100000" sy="100000" kx="0" ky="0" algn="bl" rotWithShape="0" blurRad="101600" dist="38100" dir="5400000">
              <a:srgbClr val="3A2E39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677656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📱 Android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77656" y="2514600"/>
            <a:ext cx="269748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Chrome でアプリの URL を開く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右上の「⋮」(メニュー)をタップ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「ホーム画面に追加」を選ぶ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800"/>
              </a:spcAft>
              <a:buSzPct val="100000"/>
              <a:buChar char="●"/>
            </a:pPr>
            <a:r>
              <a:rPr lang="en-US" sz="1300" dirty="0">
                <a:solidFill>
                  <a:srgbClr val="3A2E3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表示された名前のまま「追加」をタップして完了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66928" y="562356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A9D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追加すると、他のアプリと同じようにホーム画面のアイコンから1タップで開けるようになります。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21B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E8556F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384048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免責事項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85800" y="1783080"/>
            <a:ext cx="1078992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3400"/>
              </a:spcAft>
              <a:buSzPct val="100000"/>
              <a:buChar char="●"/>
            </a:pPr>
            <a:r>
              <a:rPr lang="en-US" sz="165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本アプリは独自に作成した「非公式」のお手伝いツールであり、あぽろんミュージックスクールの公式アプリ・公式サービスではありません。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3400"/>
              </a:spcAft>
              <a:buSzPct val="100000"/>
              <a:buChar char="●"/>
            </a:pPr>
            <a:r>
              <a:rPr lang="en-US" sz="165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表示内容は、公式スプレッドシートの内容を機械的に読み込んで表示しているものであり、内容の正確性・最新性を保証するものではありません。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3400"/>
              </a:spcAft>
              <a:buSzPct val="100000"/>
              <a:buChar char="●"/>
            </a:pPr>
            <a:r>
              <a:rPr lang="en-US" sz="165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表示内容と実際のレッスン予定が異なる場合は、必ず公式サイト・教室への確認を優先してください。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3400"/>
              </a:spcAft>
              <a:buSzPct val="100000"/>
              <a:buChar char="●"/>
            </a:pPr>
            <a:r>
              <a:rPr lang="en-US" sz="165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本アプリの利用により生じたいかなる損害についても、作成者は責任を負いかねます。</a:t>
            </a:r>
            <a:endParaRPr lang="en-US" sz="1650" dirty="0"/>
          </a:p>
          <a:p>
            <a:pPr marL="228600" indent="-228600">
              <a:lnSpc>
                <a:spcPct val="115000"/>
              </a:lnSpc>
              <a:spcAft>
                <a:spcPts val="3400"/>
              </a:spcAft>
              <a:buSzPct val="100000"/>
              <a:buChar char="●"/>
            </a:pPr>
            <a:r>
              <a:rPr lang="en-US" sz="1650" dirty="0">
                <a:solidFill>
                  <a:srgbClr val="E8D9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予告なく、アプリの提供内容を変更・終了する場合があります。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85800" y="5989320"/>
            <a:ext cx="10789920" cy="0"/>
          </a:xfrm>
          <a:prstGeom prst="line">
            <a:avLst/>
          </a:prstGeom>
          <a:noFill/>
          <a:ln w="12700">
            <a:solidFill>
              <a:srgbClr val="3D315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6126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8C7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ご不明な点があれば、お気軽にお声がけください。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E8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あぽろん レッスン日程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あぽろん レッスン日程 取扱説明書</dc:title>
  <dc:subject>PptxGenJS Presentation</dc:subject>
  <dc:creator>あぽろんミュージックスクール</dc:creator>
  <cp:lastModifiedBy>あぽろんミュージックスクール</cp:lastModifiedBy>
  <cp:revision>1</cp:revision>
  <dcterms:created xsi:type="dcterms:W3CDTF">2026-08-22T10:34:14Z</dcterms:created>
  <dcterms:modified xsi:type="dcterms:W3CDTF">2026-08-22T10:34:14Z</dcterms:modified>
</cp:coreProperties>
</file>